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9" r:id="rId80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A·B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하나가 후보 여럿을 가리키면 질의(길이, 첨부, 데이터 등급, 힌트)에 따라 어댑터가 고름(5.1.6)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null, hint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hint는 모델 선택에 참고할 정보(예: effort)다.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설정 파일로 정의하는 경우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workflow를 코드 대신 설정 파일로 정의하면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결정(3.2)은 코드. 같은 실행 엔진 위에서 정의 방식만 바꾸는 변형이며, 통제 규칙(확인 노드, 필수 미들웨어)은 같다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381250"/>
        </p:xfrm>
        <a:graphic>
          <a:graphicData uri="http://schemas.openxmlformats.org/drawingml/2006/table">
            <a:tbl>
              <a:tblPr/>
              <a:tblGrid>
                <a:gridCol w="1428750"/>
                <a:gridCol w="3143250"/>
                <a:gridCol w="6667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코드(본문의 결정)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같은가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compile이 명세를 뽑는다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로더가 설정 파일을 읽어 같은 모양의 명세를 만든다. 정적 검증, 실행 루프, 체크포인트, 미들웨어, 저장소는 그대로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넘긴다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작성해 이름으로 등록하고, 설정 파일은 그 이름만 가리킨다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함수와 값 매핑 둘 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매핑만. 복잡한 조건은 앞 노드가 State 키 하나에 적는다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흐름을 고치는 사람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개발자가 아닌 사람도 가능. 노드 함수가 그대로면 코드 배포 없이 새 버전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함정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조건과 변환을 넣고 싶어지며 작은 언어가 생긴다. 로더가 계산 식을 거부해야 한다(3.2)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쓰는가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개발자이고 노드 안 계산이 많을 때(기본)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흐름만 자주 바뀌고 노드는 안정적일 때. 두 방식을 함께 써도 실행 엔진은 구분하지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