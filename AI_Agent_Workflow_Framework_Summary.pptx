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참고용 요약 · 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답안에서 개념을 설명할 때 이 예시 하나로 정의, 실행, 대기, 통제를 모두 보일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2887980" y="2257425"/>
            <a:ext cx="6129338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2887980" y="2257425"/>
            <a:ext cx="754380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303885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301245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711065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4963782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618025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723638" y="2681135"/>
            <a:ext cx="116928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명세를 workflow 레지스트리에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031230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407163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247486" y="2561692"/>
            <a:ext cx="76192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함수와 메타데이터를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081522" y="2681135"/>
            <a:ext cx="109385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(검토 전)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282690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3329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4271010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321302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539990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5902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답안에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