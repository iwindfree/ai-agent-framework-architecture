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00.architecture.md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노드·에지·State. 고정/조건부/병렬/반복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오류 + 통제 규칙 위반을 실행 전에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단위 실행, State 전달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 저장 지점부터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사람/외부/시각. 기한이 지나면 다른 경로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독립, 출력 형식 강제와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메타데이터(등급, 권한)로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노드 동시 실행, 결과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workflow. 협업도 이것으로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미들웨어로 전후에 끼워 넣기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노드·모델·도구 호출의 시간/토큰/비용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 run은 시작 버전으로 끝까지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사용자의 여러 run을 이어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LLM·외부 시스템 없이 흐름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조회, 취소, 특정 단계부터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 (측정 기준과 함께)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548640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장애·재배포에도 run 유실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유실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실행해도 외부 변경은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 확인 없이 실행 안 됨. 개발자가 끌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호출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 보존, 기다리는 동안 자원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run이 점유한 스레드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입력·도구 결과에 악의적 지시문 가정, 최소 권한, 개인정보 가림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run·turn 단위 상한, 넘는 호출은 보내기 전에 차단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 오버헤드가 응답 시간을 지배하지 않음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노드당 오버헤드 p95 50ms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서버를 늘리면 처리량 증가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모델·도구 호출 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 없이 모든 경로를 결정적으로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테스트의 LLM 호출 0회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저장소·모델 제공자를 코드 수정 없이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엔진 코드 변경 0줄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052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/ 명세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에지로 정의한 방향 그래프 / compile이 뽑은 구조 데이터(노드, 선언, 에지, 예산, 코드 해시)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/ step / call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입력으로 한 번 실행 / run 안의 노드 실행 한 번 / step 안의 모델·도구 호출 한 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동안 노드들이 공유하는 데이터. 노드는 바뀐 키만 돌려준다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왔는지 적은 기록. 노드가 끝날 때, 멈출 때, 합류할 때, 끝날 때 저장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요청(대기 요청)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멈추면서 바깥에 보낸 요청: 종류, 응답자, 응답 형식, 승인 대상, 기한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 / 세션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실행이나 재개를 한 번 요청해 결과를 받는 구간 / 한 사용자와 이어지는 대화(run 여러 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none(조회) · reversible(취소 도구로 되돌림) · irreversible(송금, 환불, 문자 발송)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approval인 노드. 되돌릴 수 없는 도구 앞에 반드시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적는 기록. 유효 시간이 지나면 저절로 풀림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실행·노드·모델 호출·도구 호출의 길목에 끼워 넣는 공통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 → 명세, 정적 검증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함수·메타데이터 → 도구 레지스트리(검토 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 → 반영 → 다음 노드 → 예산 → 체크포인트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응답자 자격·형식 확인 후 멈춘 run 재개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 지난 대기 만료, 잠금 풀린 running run 복구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처리. 필수는 끌 수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/ 도구 어댑터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별칭·형식·대체 / 시간 제한·재시도·호출량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 기록, run 단위 합산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 2 + 저장소 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workflow·도구 / 체크포인트·세션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4724400"/>
            <a:ext cx="585216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552297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방금 끝난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바깥을 바꾼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 형태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표 형태면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'바깥을 바꾼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바깥을 바꾼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표 형태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... }, output = { ...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표로 정한다.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