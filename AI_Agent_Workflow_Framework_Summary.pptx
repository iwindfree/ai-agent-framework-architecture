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1" r:id="rId7"/>
    <p:sldId id="325" r:id="rId76"/>
    <p:sldId id="258" r:id="rId4"/>
    <p:sldId id="259" r:id="rId5"/>
    <p:sldId id="260" r:id="rId6"/>
    <p:sldId id="262" r:id="rId8"/>
    <p:sldId id="263" r:id="rId9"/>
    <p:sldId id="264" r:id="rId10"/>
    <p:sldId id="265" r:id="rId11"/>
    <p:sldId id="326" r:id="rId77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27" r:id="rId78"/>
    <p:sldId id="316" r:id="rId62"/>
    <p:sldId id="317" r:id="rId63"/>
    <p:sldId id="321" r:id="rId67"/>
    <p:sldId id="318" r:id="rId64"/>
    <p:sldId id="319" r:id="rId65"/>
    <p:sldId id="328" r:id="rId79"/>
    <p:sldId id="322" r:id="rId68"/>
    <p:sldId id="320" r:id="rId66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00.architecture.md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762500"/>
        </p:xfrm>
        <a:graphic>
          <a:graphicData uri="http://schemas.openxmlformats.org/drawingml/2006/table">
            <a:tbl>
              <a:tblPr/>
              <a:tblGrid>
                <a:gridCol w="857250"/>
                <a:gridCol w="1905000"/>
                <a:gridCol w="84772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노드, 에지, State 형식으로 workflow를 정의할 수 있다. 에지는 고정, 조건부 분기, 병렬, 반복을 표현할 수 있어야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실행하기 전에 구조 오류(도달할 수 없는 노드, 없는 노드로 가는 분기, 상한 없는 반복)와 통제 규칙 위반(승인 없는 되돌릴 수 없는 도구)을 찾아낸다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정의된 workflow를 노드 단위로 실행하고, 노드 사이에 State를 전달한다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상태를 저장하고, 중단된 run을 마지막으로 저장한 지점부터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사람, 외부 시스템, 정해진 시각을 기다렸다가 응답이 오면 이어 간다. 응답이 오지 않으면 정해진 기한에 다른 경로로 보낸다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제공자에 독립적인 방식으로 LLM을 부르고, 출력 형식을 강제하고 검증한다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메타데이터(되돌릴 수 있는지, 필요한 권한)와 함께 등록하고, 메타데이터에 따라 호출을 통제한다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독립적인 노드를 동시에 실행하고 결과를 합친다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노드로 넣어 쓸 수 있다. 여러 Agent의 협업은 이 조합으로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추적, 권한 검사, 마스킹 같은 공통 처리를 노드 실행과 호출의 전후에 끼워 넣을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 실행, 모델 호출, 도구 호출의 시간, 토큰, 비용, 결과를 기록한다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정의를 버전으로 관리하고, 진행 중인 run은 시작할 때의 버전으로 끝까지 실행한다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대화에서 시작된 여러 run을 이어서 관리한다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흐름을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중인 run을 조회하고, 취소하고, 특정 단계부터 다시 실행할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000500"/>
        </p:xfrm>
        <a:graphic>
          <a:graphicData uri="http://schemas.openxmlformats.org/drawingml/2006/table">
            <a:tbl>
              <a:tblPr/>
              <a:tblGrid>
                <a:gridCol w="914400"/>
                <a:gridCol w="1809750"/>
                <a:gridCol w="5143500"/>
                <a:gridCol w="33718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장애나 재배포가 있어도 진행 중인 run이 유실되지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run 유실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번의 외부 변경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단계가 다시 실행되어도 외부 시스템의 변경은 한 번만 일어난다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사람의 확인 없이 실행되지 않는다. 이 통제는 Agent 개발자가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되돌릴 수 없는 호출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기다리는 run은 며칠 동안 보존되고, 기다리는 동안 실행 자원을 쓰지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중인 run이 점유하는 스레드 0개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사용자 입력과 도구 결과에 악의적인 지시문이 있다고 가정한다. 도구는 최소 권한으로 실행하고, 개인정보는 기록에서 가린다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run과 turn 단위로 비용 상한을 두고, 상한을 넘는 호출은 보내기 전에 막는다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더하는 시간이 전체 응답 시간을 지배하지 않는다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하나당 프레임워크 오버헤드 p95 50ms 이하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서버를 늘리면 동시에 처리하는 run의 수가 늘어난다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비례한 처리량 증가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 호출과 도구 호출이 추적된다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LLM과 외부 시스템 없이 workflow의 모든 경로를 결정적으로 테스트할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테스트에서 LLM 호출 0회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구현과 모델 제공자를 프레임워크 코드 수정 없이 바꿀 수 있다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실행 엔진 코드 변경 0줄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(1/2)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333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Agent의 동작을 노드와 에지로 정의한 것. 방향 그래프로 표현한다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노드(node)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이루는 처리 단계 하나. 실제 동작은 노드 함수가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노드의 동작을 구현한 함수. State를 읽고, 필요하면 모델이나 도구를 부르거나 응답을 기다린 뒤, State에서 바뀐 부분을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에지(edge)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노드를 잇는 연결. 한 노드가 끝난 뒤 어느 노드로 갈지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하나가 실행되는 동안 노드들이 공유하는 데이터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정의에서 어떤 노드가 있고, 노드가 어떻게 연결되어 있으며, 각 노드가 어떤 도구를 쓰고 무엇을 기다리는지만 뽑아 적은 문서. 코드를 실행하지 않고도 구조를 검사하고, 그림으로 그리고, 두 버전을 비교할 수 있게 해 준다(3.9절)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하나를 특정 입력으로 실행한 한 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안에서 노드 하나를 실행한 한 번. 같은 노드가 반복되면 step은 여러 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step 안의 모델 호출이나 도구 호출 한 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외부 시스템을 조회하거나 바꾸려고 부르는 기능. 메타데이터와 함께 도구 레지스트리에 등록한다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4050982" y="2257425"/>
            <a:ext cx="3551873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4050982" y="2257425"/>
            <a:ext cx="691515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417042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414402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836795" y="2351722"/>
            <a:ext cx="132016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5152377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806620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882058" y="2681135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명세를 레지스트리에 저장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251258" y="2351722"/>
            <a:ext cx="1288732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671196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451168" y="2561692"/>
            <a:ext cx="8826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저장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232398" y="2681135"/>
            <a:ext cx="132016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 전에는 irreversible로 간주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4712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5215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3956685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006977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697152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747444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1123950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10965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57200" y="4724400"/>
            <a:ext cx="1123950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1091031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완료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외부 변경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함수가 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 매핑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값 매핑이면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'외부 변경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정의 API: workflow 빌더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값 매핑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되돌아가는 에지. addEdge의 to나 routes의 값으로 쓴다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하위 키: 상위 키 }, output = { 상위 키: 하위 키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A.1.1 workflow 빌더 함수 · A.7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정한다(값 매핑).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addEdge의 도착 노드 자리나 routes의 값으로 쓴다.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A.2 노드 안에서 쓰는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함수가 실행 중에 부르는 API. 모델과 도구는 이 API로만 부른다. 노드 함수의 형태는 A.4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요청을 낸다. 응답이 없으면 노드를 끝내고 run을 멈추며, 재개 후 다시 실행되면 받은 응답을 돌려준다. 응답을 붙잡고 기다리지 않는다.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실행 API · A.8.2 실행 결과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요청(A.8.1),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A.8.1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A.1.2 도구 등록 · A.5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구현할 함수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 (2/2)</a:t>
            </a:r>
            <a:endParaRPr lang="en-US" sz="26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3714750"/>
        </p:xfrm>
        <a:graphic>
          <a:graphicData uri="http://schemas.openxmlformats.org/drawingml/2006/table">
            <a:tbl>
              <a:tblPr/>
              <a:tblGrid>
                <a:gridCol w="1905000"/>
                <a:gridCol w="933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도구가 바깥에 미치는 영향. none(바깥을 바꾸지 않음. 예: 주문 조회), reversible(바꾸지만 짝이 되는 취소 도구로 되돌릴 수 있음. 예: 수거 예약), irreversible(바꾸고 되돌릴 방법이 없음. 예: 송금, 환불 실행, 문자 발송) 가운데 하나다. 되돌릴 수 없는 도구에는 가장 강한 통제를 건다(5.2절)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진행했는지 저장소에 적어 둔 기록. 노드가 끝날 때와 멈출 때 저장한다(2.3.1절)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요청(request)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 멈추면서 바깥에 보낸, 무엇을 언제까지 응답해야 하는지에 대한 요청. 대기 요청이라고도 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서버가 실행이나 재개를 한 번 요청해서 결과를 받기까지의 구간. 사용자의 입력 하나나 승인자의 응답 하나에 해당한다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 이어지는 대화. run 여러 개가 세션 하나에 속한다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workflow를 실행하는 라이브러리. 실행 엔진이라고도 부른다(2.1절, 4장)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적어 두는 기록. 유효 시간이 지나면 저절로 풀린다(4.2절)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 가운데 하나인 노드. 되돌릴 수 없는 도구 앞에 반드시 있어야 한다(3.8절). 5.3절에서는 승인 노드라고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노드, 병렬 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에지로 이어져 동시에 실행되는 노드를 병렬 노드라 하고, 한 병렬 에지로 함께 시작한 병렬 노드들을 병렬 묶음이라 한다(4.4.1절)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실행, 노드, 모델 호출, 도구 호출의 길목에 끼워 넣는 공통 처리. 도구 호출 길목의 것을 도구 미들웨어라고 부른다(5.4절)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요소와 책임(2.2)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228725"/>
          <a:ext cx="11239500" cy="4191000"/>
        </p:xfrm>
        <a:graphic>
          <a:graphicData uri="http://schemas.openxmlformats.org/drawingml/2006/table">
            <a:tbl>
              <a:tblPr/>
              <a:tblGrid>
                <a:gridCol w="1047750"/>
                <a:gridCol w="1809750"/>
                <a:gridCol w="83820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묶음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에지를 모아 workflow 명세를 만들고, 실행 전에 검사한다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함수를 메타데이터와 함께 도구 레지스트리에 등록한다. 플랫폼팀이 검토하기 전까지는 되돌릴 수 없는 도구로 간주한다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7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노드를 실행하고, 변경분을 State에 반영하고, 에지로 다음 노드를 정하고, 예산을 확인하고, 단계마다 체크포인트를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사람이나 외부 시스템이 보낸 응답을 받아 응답자의 자격과 응답 형식을 확인하고, 멈춘 run을 이어 간다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기한이 지난 대기를 주기적으로 찾아 만료로 처리하고 run을 이어 간다. 같은 주기에 잠금이 풀린 채 실행 중으로 남은 run도 찾아 이어 간다. 프레임워크에서 스스로 동작하는 유일한 배경 작업이다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실행, 모델 호출, 도구 호출의 전후에 공통 처리를 끼워 넣는다. 플랫폼 필수 미들웨어는 끌 수 없다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별칭을 실제 모델로 바꾸고, 출력 형식을 강제하고, 재시도와 대체 모델 호출을 처리한다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메타데이터에 따라 시간 제한, 재시도, 호출량 제한을 적용하고 외부 시스템을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호출의 소요 시간, 토큰, 비용을 기록하고 run 단위로 합산한다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명세를 이름과 버전으로 저장하고, 새 run이 쓸 버전을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도구와 메타데이터를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단계마다 run의 상태를 저장하고, 한 run을 한 서버만 실행하도록 잠금을 제공한다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사용자와의 대화 기록과, 그 대화에서 시작한 run의 목록과 결과를 저장한다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구성: API · 구현 인터페이스 · 데이터 형식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API는 프레임워크가 제공해 부르고, 구현 인터페이스는 사용하는 쪽이 구현해 프레임워크가 부르며, 데이터 형식은 둘이 주고받는 값</a:t>
            </a:r>
            <a:endParaRPr lang="en-US" sz="1400" dirty="0"/>
          </a:p>
        </p:txBody>
      </p:sp>
      <p:graphicFrame>
        <p:nvGraphicFramePr>
          <p:cNvPr id="900" name="Table 900"/>
          <p:cNvGraphicFramePr>
            <a:graphicFrameLocks noGrp="1"/>
          </p:cNvGraphicFramePr>
          <p:nvPr/>
        </p:nvGraphicFramePr>
        <p:xfrm>
          <a:off x="457200" y="1600200"/>
          <a:ext cx="11239500" cy="2571750"/>
        </p:xfrm>
        <a:graphic>
          <a:graphicData uri="http://schemas.openxmlformats.org/drawingml/2006/table">
            <a:tbl>
              <a:tblPr/>
              <a:tblGrid>
                <a:gridCol w="666750"/>
                <a:gridCol w="3429000"/>
                <a:gridCol w="1619250"/>
                <a:gridCol w="2952750"/>
                <a:gridCol w="257175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제공하는 쪽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A.1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API(workflow 빌더, 도구 등록)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개발자, 플랫폼팀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A.2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안에서 쓰는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A.3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API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응용 서버, 운영 도구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A.4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함수와 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A.5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플랫폼팀, Agent 개발자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A.6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 인터페이스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실행기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구현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A.7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실행 루프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개발자가 선언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A.8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요청과 응답, 실행 결과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형식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함수, 응용 서버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정함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노드 함수와 에지 함수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nodeFn(state) -&gt; 변경분  ·  function edgeFn(state) -&gt; 노드 이름(targets 가운데 하나)</a:t>
            </a:r>
            <a:endParaRPr lang="en-US" sz="1400" dirty="0"/>
          </a:p>
        </p:txBody>
      </p:sp>
      <p:graphicFrame>
        <p:nvGraphicFramePr>
          <p:cNvPr id="901" name="Table 901"/>
          <p:cNvGraphicFramePr>
            <a:graphicFrameLocks noGrp="1"/>
          </p:cNvGraphicFramePr>
          <p:nvPr/>
        </p:nvGraphicFramePr>
        <p:xfrm>
          <a:off x="457200" y="1600200"/>
          <a:ext cx="11239500" cy="2000250"/>
        </p:xfrm>
        <a:graphic>
          <a:graphicData uri="http://schemas.openxmlformats.org/drawingml/2006/table">
            <a:tbl>
              <a:tblPr/>
              <a:tblGrid>
                <a:gridCol w="1524000"/>
                <a:gridCol w="8001000"/>
                <a:gridCol w="1714500"/>
              </a:tblGrid>
              <a:tr h="2857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285750">
                <a:tc rowSpan="4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전체가 아니라 바뀐 키만 돌려준다. 실행 루프가 형식을 검사한 뒤 반영한다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다음에 갈 노드를 정하지 않는다. 다음 노드는 에지가 정한다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모델과 도구는 노드 안에서 쓰는 API(A.2)로만 부른다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2.5절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재개나 장애 후 복구 때 처음부터 다시 실행될 수 있다. 그래서 대기 노드에는 기다리는 일만 둔다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3.4.4절, 4.3.2절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85750">
                <a:tc row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b="1" dirty="0">
                          <a:solidFill>
                            <a:srgbClr val="1B2A49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끝난 뒤 State를 보고 다음 노드의 이름을 돌려준다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5750">
                <a:tc vMerge="1"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targets에 선언한 이름만 돌려준다. 그 밖의 이름을 돌려주면 run이 실패한다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3.8.3절</a:t>
                      </a:r>
                      <a:endParaRPr lang="ko-KR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